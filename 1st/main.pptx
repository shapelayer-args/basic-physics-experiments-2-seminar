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media/asset1.png" ContentType="image/png"/>
  <Override PartName="/ppt/media/asset2.svg" ContentType="image/svg+xml"/>
  <Override PartName="/ppt/media/asset3.png" ContentType="image/png"/>
  <Override PartName="/ppt/media/asset4.svg" ContentType="image/svg+xml"/>
  <Override PartName="/ppt/media/asset5.png" ContentType="image/png"/>
  <Override PartName="/ppt/media/asset6.svg" ContentType="image/svg+xml"/>
  <Override PartName="/ppt/media/asset7.png" ContentType="image/png"/>
  <Override PartName="/ppt/media/asset8.svg" ContentType="image/svg+xml"/>
  <Override PartName="/ppt/media/asset9.png" ContentType="image/png"/>
  <Override PartName="/ppt/media/asset10.svg" ContentType="image/svg+xml"/>
  <Override PartName="/ppt/media/asset11.png" ContentType="image/png"/>
  <Override PartName="/ppt/media/asset12.svg" ContentType="image/svg+xml"/>
  <Override PartName="/ppt/media/asset13.png" ContentType="image/png"/>
  <Override PartName="/ppt/media/asset14.svg" ContentType="image/svg+xml"/>
  <Override PartName="/ppt/media/asset15.png" ContentType="image/png"/>
  <Override PartName="/ppt/media/asset16.svg" ContentType="image/svg+xml"/>
  <Override PartName="/ppt/media/asset17.png" ContentType="image/png"/>
  <Override PartName="/ppt/media/asset18.mp4" ContentType="video/mp4"/>
  <Override PartName="/ppt/media/asset19.png" ContentType="image/png"/>
  <Override PartName="/ppt/media/asset20.svg" ContentType="image/svg+xml"/>
  <Override PartName="/ppt/media/asset21.png" ContentType="image/png"/>
  <Override PartName="/ppt/media/asset22.svg" ContentType="image/svg+xml"/>
  <Override PartName="/ppt/media/asset23.png" ContentType="image/png"/>
  <Override PartName="/ppt/media/asset24.mp4" ContentType="video/mp4"/>
  <Override PartName="/ppt/media/asset25.png" ContentType="image/png"/>
  <Override PartName="/ppt/media/asset26.svg" ContentType="image/svg+xml"/>
  <Override PartName="/ppt/media/asset27.png" ContentType="image/png"/>
  <Override PartName="/ppt/media/asset28.svg" ContentType="image/svg+xml"/>
  <Override PartName="/ppt/media/asset29.png" ContentType="image/png"/>
  <Override PartName="/ppt/media/asset30.svg" ContentType="image/svg+xml"/>
  <Override PartName="/ppt/media/asset31.png" ContentType="image/png"/>
  <Override PartName="/ppt/media/asset32.svg" ContentType="image/svg+xml"/>
  <Override PartName="/ppt/media/asset33.png" ContentType="image/png"/>
  <Override PartName="/ppt/media/asset34.svg" ContentType="image/svg+xml"/>
  <Override PartName="/ppt/media/asset35.png" ContentType="image/png"/>
  <Override PartName="/ppt/media/asset36.svg" ContentType="image/svg+xml"/>
  <Override PartName="/ppt/media/asset37.png" ContentType="image/png"/>
  <Override PartName="/ppt/media/asset38.svg" ContentType="image/svg+xml"/>
  <Override PartName="/ppt/media/asset39.png" ContentType="image/png"/>
  <Override PartName="/ppt/media/asset40.svg" ContentType="image/svg+xml"/>
  <Override PartName="/ppt/media/asset41.png" ContentType="image/png"/>
  <Override PartName="/ppt/media/asset42.svg" ContentType="image/svg+xml"/>
  <Override PartName="/ppt/media/asset43.png" ContentType="image/png"/>
  <Override PartName="/ppt/media/asset44.mp4" ContentType="video/mp4"/>
  <Override PartName="/ppt/media/asset45.png" ContentType="image/png"/>
  <Override PartName="/ppt/media/asset46.svg" ContentType="image/svg+xml"/>
  <Override PartName="/ppt/media/asset47.png" ContentType="image/png"/>
  <Override PartName="/ppt/media/asset48.svg" ContentType="image/svg+xml"/>
  <Override PartName="/ppt/media/asset49.png" ContentType="image/png"/>
  <Override PartName="/ppt/media/asset50.svg" ContentType="image/svg+xml"/>
  <Override PartName="/ppt/media/asset51.png" ContentType="image/png"/>
  <Override PartName="/ppt/media/asset52.svg" ContentType="image/svg+xml"/>
  <Override PartName="/ppt/media/asset53.png" ContentType="image/png"/>
  <Override PartName="/ppt/media/asset54.svg" ContentType="image/svg+xml"/>
  <Override PartName="/ppt/media/asset55.png" ContentType="image/png"/>
  <Override PartName="/ppt/media/asset56.svg" ContentType="image/svg+xml"/>
  <Override PartName="/ppt/media/asset57.png" ContentType="image/png"/>
  <Override PartName="/ppt/media/asset58.svg" ContentType="image/svg+xml"/>
  <Override PartName="/ppt/media/asset59.png" ContentType="image/png"/>
  <Override PartName="/ppt/media/asset60.svg" ContentType="image/svg+xml"/>
  <Override PartName="/ppt/media/asset61.png" ContentType="image/png"/>
  <Override PartName="/ppt/media/asset62.svg" ContentType="image/svg+xml"/>
  <Override PartName="/ppt/media/asset63.png" ContentType="image/png"/>
  <Override PartName="/ppt/media/asset64.svg" ContentType="image/svg+xml"/>
  <Override PartName="/ppt/media/asset65.png" ContentType="image/png"/>
  <Override PartName="/ppt/media/asset66.svg" ContentType="image/svg+xml"/>
  <Override PartName="/ppt/media/asset67.png" ContentType="image/png"/>
  <Override PartName="/ppt/media/asset68.svg" ContentType="image/svg+xml"/>
  <Override PartName="/ppt/media/asset69.png" ContentType="image/png"/>
  <Override PartName="/ppt/media/asset70.svg" ContentType="image/svg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</Types>
</file>

<file path=_rels/.rels><?xml version='1.0' encoding='utf-8'?>
<Relationships xmlns="http://schemas.openxmlformats.org/package/2006/relationships"><Relationship Id="rId1" Type="http://schemas.openxmlformats.org/officeDocument/2006/relationships/officeDocument" Target="ppt/presentation.xml" 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 type="custom"/>
  <p:notesSz cx="6858000" cy="9144000"/>
</p:presentation>
</file>

<file path=ppt/_rels/presentation.xml.rels><?xml version='1.0' encoding='utf-8'?>
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/Relationships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asset1.png" /><Relationship Id="rId3" Type="http://schemas.openxmlformats.org/officeDocument/2006/relationships/image" Target="../media/asset2.svg" /></Relationships>
</file>

<file path=ppt/slides/_rels/slide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asset3.png" /><Relationship Id="rId3" Type="http://schemas.openxmlformats.org/officeDocument/2006/relationships/image" Target="../media/asset4.svg" /></Relationships>
</file>

<file path=ppt/slides/_rels/slide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asset5.png" /><Relationship Id="rId3" Type="http://schemas.openxmlformats.org/officeDocument/2006/relationships/image" Target="../media/asset6.svg" /></Relationships>
</file>

<file path=ppt/slides/_rels/slide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asset7.png" /><Relationship Id="rId3" Type="http://schemas.openxmlformats.org/officeDocument/2006/relationships/image" Target="../media/asset8.svg" /></Relationships>
</file>

<file path=ppt/slides/_rels/slide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asset9.png" /><Relationship Id="rId3" Type="http://schemas.openxmlformats.org/officeDocument/2006/relationships/image" Target="../media/asset10.svg" /></Relationships>
</file>

<file path=ppt/slides/_rels/slide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asset11.png" /><Relationship Id="rId3" Type="http://schemas.openxmlformats.org/officeDocument/2006/relationships/image" Target="../media/asset12.svg" /></Relationships>
</file>

<file path=ppt/slides/_rels/slide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asset13.png" /><Relationship Id="rId3" Type="http://schemas.openxmlformats.org/officeDocument/2006/relationships/image" Target="../media/asset14.svg" /></Relationships>
</file>

<file path=ppt/slides/_rels/slide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asset15.png" /><Relationship Id="rId3" Type="http://schemas.openxmlformats.org/officeDocument/2006/relationships/image" Target="../media/asset16.svg" /><Relationship Id="rId4" Type="http://schemas.openxmlformats.org/officeDocument/2006/relationships/image" Target="../media/asset17.png" /><Relationship Id="rId5" Type="http://schemas.openxmlformats.org/officeDocument/2006/relationships/video" Target="../media/asset18.mp4" /><Relationship Id="rId6" Type="http://schemas.microsoft.com/office/2007/relationships/media" Target="../media/asset18.mp4" /><Relationship Id="rId7" Type="http://schemas.openxmlformats.org/officeDocument/2006/relationships/image" Target="../media/asset19.png" /><Relationship Id="rId8" Type="http://schemas.openxmlformats.org/officeDocument/2006/relationships/image" Target="../media/asset20.svg" /></Relationships>
</file>

<file path=ppt/slides/_rels/slide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asset21.png" /><Relationship Id="rId3" Type="http://schemas.openxmlformats.org/officeDocument/2006/relationships/image" Target="../media/asset22.svg" /><Relationship Id="rId4" Type="http://schemas.openxmlformats.org/officeDocument/2006/relationships/image" Target="../media/asset23.png" /><Relationship Id="rId5" Type="http://schemas.openxmlformats.org/officeDocument/2006/relationships/video" Target="../media/asset24.mp4" /><Relationship Id="rId6" Type="http://schemas.microsoft.com/office/2007/relationships/media" Target="../media/asset24.mp4" /><Relationship Id="rId7" Type="http://schemas.openxmlformats.org/officeDocument/2006/relationships/image" Target="../media/asset25.png" /><Relationship Id="rId8" Type="http://schemas.openxmlformats.org/officeDocument/2006/relationships/image" Target="../media/asset26.svg" /></Relationships>
</file>

<file path=ppt/slides/_rels/slide1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asset27.png" /><Relationship Id="rId3" Type="http://schemas.openxmlformats.org/officeDocument/2006/relationships/image" Target="../media/asset28.svg" /></Relationships>
</file>

<file path=ppt/slides/_rels/slide1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asset29.png" /><Relationship Id="rId3" Type="http://schemas.openxmlformats.org/officeDocument/2006/relationships/image" Target="../media/asset30.svg" /></Relationships>
</file>

<file path=ppt/slides/_rels/slide1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asset31.png" /><Relationship Id="rId3" Type="http://schemas.openxmlformats.org/officeDocument/2006/relationships/image" Target="../media/asset32.svg" /></Relationships>
</file>

<file path=ppt/slides/_rels/slide1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asset33.png" /><Relationship Id="rId3" Type="http://schemas.openxmlformats.org/officeDocument/2006/relationships/image" Target="../media/asset34.svg" /></Relationships>
</file>

<file path=ppt/slides/_rels/slide1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asset35.png" /><Relationship Id="rId3" Type="http://schemas.openxmlformats.org/officeDocument/2006/relationships/image" Target="../media/asset36.svg" /></Relationships>
</file>

<file path=ppt/slides/_rels/slide1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asset37.png" /><Relationship Id="rId3" Type="http://schemas.openxmlformats.org/officeDocument/2006/relationships/image" Target="../media/asset38.svg" /></Relationships>
</file>

<file path=ppt/slides/_rels/slide1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asset39.png" /><Relationship Id="rId3" Type="http://schemas.openxmlformats.org/officeDocument/2006/relationships/image" Target="../media/asset40.svg" /></Relationships>
</file>

<file path=ppt/slides/_rels/slide1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asset41.png" /><Relationship Id="rId3" Type="http://schemas.openxmlformats.org/officeDocument/2006/relationships/image" Target="../media/asset42.svg" /><Relationship Id="rId4" Type="http://schemas.openxmlformats.org/officeDocument/2006/relationships/image" Target="../media/asset43.png" /><Relationship Id="rId5" Type="http://schemas.openxmlformats.org/officeDocument/2006/relationships/video" Target="../media/asset44.mp4" /><Relationship Id="rId6" Type="http://schemas.microsoft.com/office/2007/relationships/media" Target="../media/asset44.mp4" /><Relationship Id="rId7" Type="http://schemas.openxmlformats.org/officeDocument/2006/relationships/image" Target="../media/asset45.png" /><Relationship Id="rId8" Type="http://schemas.openxmlformats.org/officeDocument/2006/relationships/image" Target="../media/asset46.svg" /></Relationships>
</file>

<file path=ppt/slides/_rels/slide1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asset47.png" /><Relationship Id="rId3" Type="http://schemas.openxmlformats.org/officeDocument/2006/relationships/image" Target="../media/asset48.svg" /></Relationships>
</file>

<file path=ppt/slides/_rels/slide1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asset49.png" /><Relationship Id="rId3" Type="http://schemas.openxmlformats.org/officeDocument/2006/relationships/image" Target="../media/asset50.svg" /></Relationships>
</file>

<file path=ppt/slides/_rels/slide2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asset51.png" /><Relationship Id="rId3" Type="http://schemas.openxmlformats.org/officeDocument/2006/relationships/image" Target="../media/asset52.svg" /></Relationships>
</file>

<file path=ppt/slides/_rels/slide2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asset53.png" /><Relationship Id="rId3" Type="http://schemas.openxmlformats.org/officeDocument/2006/relationships/image" Target="../media/asset54.svg" /></Relationships>
</file>

<file path=ppt/slides/_rels/slide2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asset55.png" /><Relationship Id="rId3" Type="http://schemas.openxmlformats.org/officeDocument/2006/relationships/image" Target="../media/asset56.svg" /></Relationships>
</file>

<file path=ppt/slides/_rels/slide2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asset57.png" /><Relationship Id="rId3" Type="http://schemas.openxmlformats.org/officeDocument/2006/relationships/image" Target="../media/asset58.svg" /></Relationships>
</file>

<file path=ppt/slides/_rels/slide2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asset59.png" /><Relationship Id="rId3" Type="http://schemas.openxmlformats.org/officeDocument/2006/relationships/image" Target="../media/asset60.svg" /></Relationships>
</file>

<file path=ppt/slides/_rels/slide2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asset61.png" /><Relationship Id="rId3" Type="http://schemas.openxmlformats.org/officeDocument/2006/relationships/image" Target="../media/asset62.svg" /></Relationships>
</file>

<file path=ppt/slides/_rels/slide2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asset63.png" /><Relationship Id="rId3" Type="http://schemas.openxmlformats.org/officeDocument/2006/relationships/image" Target="../media/asset64.svg" /></Relationships>
</file>

<file path=ppt/slides/_rels/slide2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asset65.png" /><Relationship Id="rId3" Type="http://schemas.openxmlformats.org/officeDocument/2006/relationships/image" Target="../media/asset66.svg" /></Relationships>
</file>

<file path=ppt/slides/_rels/slide2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asset67.png" /><Relationship Id="rId3" Type="http://schemas.openxmlformats.org/officeDocument/2006/relationships/image" Target="../media/asset68.svg" /></Relationships>
</file>

<file path=ppt/slides/_rels/slide2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asset69.png" /><Relationship Id="rId3" Type="http://schemas.openxmlformats.org/officeDocument/2006/relationships/image" Target="../media/asset70.svg" /></Relationships>
</file>

<file path=ppt/slides/slide1.xml><?xml version="1.0" encoding="utf-8"?>
<p:sld xmlns:a="http://schemas.openxmlformats.org/drawingml/2006/main" xmlns:ns3="http://schemas.microsoft.com/office/drawing/2016/SVG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extLst>
              <a:ext uri="{96DAC541-7B7A-43D3-8B79-37D633B846F1}">
                <ns3:svgBlip r:embed="rId3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ns3="http://schemas.microsoft.com/office/drawing/2016/SVG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extLst>
              <a:ext uri="{96DAC541-7B7A-43D3-8B79-37D633B846F1}">
                <ns3:svgBlip r:embed="rId3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ns3="http://schemas.microsoft.com/office/drawing/2016/SVG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extLst>
              <a:ext uri="{96DAC541-7B7A-43D3-8B79-37D633B846F1}">
                <ns3:svgBlip r:embed="rId3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ns3="http://schemas.microsoft.com/office/drawing/2016/SVG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extLst>
              <a:ext uri="{96DAC541-7B7A-43D3-8B79-37D633B846F1}">
                <ns3:svgBlip r:embed="rId3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ns3="http://schemas.microsoft.com/office/drawing/2016/SVG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extLst>
              <a:ext uri="{96DAC541-7B7A-43D3-8B79-37D633B846F1}">
                <ns3:svgBlip r:embed="rId3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ns3="http://schemas.microsoft.com/office/drawing/2016/SVG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extLst>
              <a:ext uri="{96DAC541-7B7A-43D3-8B79-37D633B846F1}">
                <ns3:svgBlip r:embed="rId3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ns3="http://schemas.microsoft.com/office/drawing/2016/SVG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extLst>
              <a:ext uri="{96DAC541-7B7A-43D3-8B79-37D633B846F1}">
                <ns3:svgBlip r:embed="rId3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ns3="http://schemas.microsoft.com/office/drawing/2016/SVG/main" xmlns:p="http://schemas.openxmlformats.org/presentationml/2006/main" xmlns:p14="http://schemas.microsoft.com/office/powerpoint/2010/main" xmlns:r="http://schemas.openxmlformats.org/officeDocument/2006/relationships">
  <p:cSld>
    <p:bg>
      <p:bgPr>
        <a:blipFill dpi="0" rotWithShape="1">
          <a:blip r:embed="rId2">
            <a:extLst>
              <a:ext uri="{96DAC541-7B7A-43D3-8B79-37D633B846F1}">
                <ns3:svgBlip r:embed="rId3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3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ns3:svgBlip r:embed="rId8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Video assets/video/vectors-animation.mp4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r:embed="rId6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indefinite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>
                <p:cTn id="7" fill="hold" display="0" repeatCount="indefinite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ns3="http://schemas.microsoft.com/office/drawing/2016/SVG/main" xmlns:p="http://schemas.openxmlformats.org/presentationml/2006/main" xmlns:p14="http://schemas.microsoft.com/office/powerpoint/2010/main" xmlns:r="http://schemas.openxmlformats.org/officeDocument/2006/relationships">
  <p:cSld>
    <p:bg>
      <p:bgPr>
        <a:blipFill dpi="0" rotWithShape="1">
          <a:blip r:embed="rId2">
            <a:extLst>
              <a:ext uri="{96DAC541-7B7A-43D3-8B79-37D633B846F1}">
                <ns3:svgBlip r:embed="rId3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3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ns3:svgBlip r:embed="rId8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Video assets/video/compass-animation.mp4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r:embed="rId6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indefinite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>
                <p:cTn id="7" fill="hold" display="0" repeatCount="indefinite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ns3="http://schemas.microsoft.com/office/drawing/2016/SVG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extLst>
              <a:ext uri="{96DAC541-7B7A-43D3-8B79-37D633B846F1}">
                <ns3:svgBlip r:embed="rId3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ns3="http://schemas.microsoft.com/office/drawing/2016/SVG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extLst>
              <a:ext uri="{96DAC541-7B7A-43D3-8B79-37D633B846F1}">
                <ns3:svgBlip r:embed="rId3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ns3="http://schemas.microsoft.com/office/drawing/2016/SVG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extLst>
              <a:ext uri="{96DAC541-7B7A-43D3-8B79-37D633B846F1}">
                <ns3:svgBlip r:embed="rId3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ns3="http://schemas.microsoft.com/office/drawing/2016/SVG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extLst>
              <a:ext uri="{96DAC541-7B7A-43D3-8B79-37D633B846F1}">
                <ns3:svgBlip r:embed="rId3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ns3="http://schemas.microsoft.com/office/drawing/2016/SVG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extLst>
              <a:ext uri="{96DAC541-7B7A-43D3-8B79-37D633B846F1}">
                <ns3:svgBlip r:embed="rId3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ns3="http://schemas.microsoft.com/office/drawing/2016/SVG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extLst>
              <a:ext uri="{96DAC541-7B7A-43D3-8B79-37D633B846F1}">
                <ns3:svgBlip r:embed="rId3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ns3="http://schemas.microsoft.com/office/drawing/2016/SVG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extLst>
              <a:ext uri="{96DAC541-7B7A-43D3-8B79-37D633B846F1}">
                <ns3:svgBlip r:embed="rId3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ns3="http://schemas.microsoft.com/office/drawing/2016/SVG/main" xmlns:p="http://schemas.openxmlformats.org/presentationml/2006/main" xmlns:p14="http://schemas.microsoft.com/office/powerpoint/2010/main" xmlns:r="http://schemas.openxmlformats.org/officeDocument/2006/relationships">
  <p:cSld>
    <p:bg>
      <p:bgPr>
        <a:blipFill dpi="0" rotWithShape="1">
          <a:blip r:embed="rId2">
            <a:extLst>
              <a:ext uri="{96DAC541-7B7A-43D3-8B79-37D633B846F1}">
                <ns3:svgBlip r:embed="rId3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Video assets/video/implementation.mp4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r:embed="rId6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257778" y="1804789"/>
            <a:ext cx="7676444" cy="4318000"/>
          </a:xfrm>
          <a:prstGeom prst="rect">
            <a:avLst/>
          </a:prstGeom>
        </p:spPr>
      </p:pic>
      <p:pic>
        <p:nvPicPr>
          <p:cNvPr id="3" name="Image 3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ns3:svgBlip r:embed="rId8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indefinite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 repeatCount="indefinite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ns3="http://schemas.microsoft.com/office/drawing/2016/SVG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extLst>
              <a:ext uri="{96DAC541-7B7A-43D3-8B79-37D633B846F1}">
                <ns3:svgBlip r:embed="rId3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ns3="http://schemas.microsoft.com/office/drawing/2016/SVG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extLst>
              <a:ext uri="{96DAC541-7B7A-43D3-8B79-37D633B846F1}">
                <ns3:svgBlip r:embed="rId3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ns3="http://schemas.microsoft.com/office/drawing/2016/SVG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extLst>
              <a:ext uri="{96DAC541-7B7A-43D3-8B79-37D633B846F1}">
                <ns3:svgBlip r:embed="rId3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ns3="http://schemas.microsoft.com/office/drawing/2016/SVG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extLst>
              <a:ext uri="{96DAC541-7B7A-43D3-8B79-37D633B846F1}">
                <ns3:svgBlip r:embed="rId3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ns3="http://schemas.microsoft.com/office/drawing/2016/SVG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extLst>
              <a:ext uri="{96DAC541-7B7A-43D3-8B79-37D633B846F1}">
                <ns3:svgBlip r:embed="rId3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ns3="http://schemas.microsoft.com/office/drawing/2016/SVG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extLst>
              <a:ext uri="{96DAC541-7B7A-43D3-8B79-37D633B846F1}">
                <ns3:svgBlip r:embed="rId3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ns3="http://schemas.microsoft.com/office/drawing/2016/SVG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extLst>
              <a:ext uri="{96DAC541-7B7A-43D3-8B79-37D633B846F1}">
                <ns3:svgBlip r:embed="rId3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ns3="http://schemas.microsoft.com/office/drawing/2016/SVG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extLst>
              <a:ext uri="{96DAC541-7B7A-43D3-8B79-37D633B846F1}">
                <ns3:svgBlip r:embed="rId3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ns3="http://schemas.microsoft.com/office/drawing/2016/SVG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extLst>
              <a:ext uri="{96DAC541-7B7A-43D3-8B79-37D633B846F1}">
                <ns3:svgBlip r:embed="rId3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ns3="http://schemas.microsoft.com/office/drawing/2016/SVG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extLst>
              <a:ext uri="{96DAC541-7B7A-43D3-8B79-37D633B846F1}">
                <ns3:svgBlip r:embed="rId3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ns3="http://schemas.microsoft.com/office/drawing/2016/SVG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extLst>
              <a:ext uri="{96DAC541-7B7A-43D3-8B79-37D633B846F1}">
                <ns3:svgBlip r:embed="rId3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ns3="http://schemas.microsoft.com/office/drawing/2016/SVG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extLst>
              <a:ext uri="{96DAC541-7B7A-43D3-8B79-37D633B846F1}">
                <ns3:svgBlip r:embed="rId3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Typst">
  <a:themeElements>
    <a:clrScheme name="Typst">
      <a:dk1>
        <a:srgbClr val="000000"/>
      </a:dk1>
      <a:lt1>
        <a:srgbClr val="FFFFFF"/>
      </a:lt1>
      <a:dk2>
        <a:srgbClr val="172033"/>
      </a:dk2>
      <a:lt2>
        <a:srgbClr val="EEEEEE"/>
      </a:lt2>
      <a:accent1>
        <a:srgbClr val="4775D1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yps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Typs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